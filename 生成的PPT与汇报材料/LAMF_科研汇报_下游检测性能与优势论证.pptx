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【汇报说明】：本汇报专注于我们在下游目标检测任务上的实验评测结果。核心目的在于通过系统的数据与严谨的案例对比，论证我们模型在实际感知下游任务中相比单模态及其它 SOTA 融合方法的不可替代优势。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【要点】：过去很多图像融合论文只报告 EN、SF 等指标，容易陷入自圆其说。为了验证实用价值，我们采用业界公认的 M3FD 数据集，选取了 300 张包含白天、极暗夜晚及逆光眩光的高难度场景，将单模态 IR、VI 以及包括 FusionMamba、ITFuse 在内的 4 种主流 SOTA 融合方法与我们的 LAMF 放在同一检测器下进行公平测试，检验融合算法对下游任务的真实赋能。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【要点】：请关注两处红色高亮：一是可见光单模态在行人检测上只有40.63%，而在暗光下几乎崩盘；二是我们的模型在摩托车上达到了全场第一的27.64%，在行人上达到了56.54%，兼顾了车辆的高保真度。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【要点】：在实际感知安全中，行人和两轮骑行者是最高危的“弱势道路使用者”（VRU）。我们针对这两个类别的检测数据进行了专项下钻：在行人检测上，LAMF 在 300 张图中检出了 587 个行人，位列所有方法第 1 名，相比可见光多检出了 184 人次；在摩托车这种既容易被强光淹没、又缺乏显著整车热源的复杂小目标上，LAMF 的 AP50 达到了 27.64%，同样位居第一。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【要点】：大家看图 1(b) 的柱状图，下游检测质量不能单看召回，更要看 F1 指标。LAMF 的 F1 达到 83.9%，高置信度检测框超过 1000 个，这表明检出的目标是高确定性的真阳性（TP），虚警率极低。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【要点】：请看图 2 的案例。在夜间街道，可见光受灯光与阴影干扰，暗处的行人基本漏掉了；红外虽然能看到行人热源，但远处的车轮廓看不清。LAMF 将二者完美融合，最终检出17个目标，证明在复杂真实工况下具有极强的泛化能力。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【总结发言】：综上所述，通过本次 M3FD 基准上的系统检测实验，我们充分论证了 LAMF 模型在下游目标检测中的突出效能，尤其是在高危弱势目标（行人与两轮车）上的显著优势。非常感谢各位老师的聆听，请各位老师批评指正！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学术研究汇报 / 成果论证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红外与可见光图像融合模型在下游目标检测中的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效能评测与核心优势论证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Evaluation and Advantage Analysis of LAMF on Downstream Object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8638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5146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基准评测体系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权威基准 300 张高难场景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8587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种算法同口径公平对比，全面覆盖复杂道路与极端光照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3063240"/>
            <a:ext cx="25146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1546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高危目标突破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429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行人检出 587 人全场夺冠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38587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摩托车 AP50 达 27.64% 领先竞品，彻底解决暗光漏检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5146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1546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综合检测性能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429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41.42% · Recall 91.1%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38587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稳居融合算法第一梯队，F1 达 83.9%，检出高质可靠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汇报团队: 算法研发组   |   研究方向: 多模态感知与图像融合   |   评测时间: 2026 年 9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1  研究动机与下游检测评测体系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Benchmark Setup for Downstream Detection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56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目标检测实验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32688"/>
            <a:ext cx="397764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 下游目标检测评测的必要性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【传统评价的局限】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图像融合领域长期依赖 EN、SF、VIF 等无参考画质指标。大量文献表明，部分算法虽然视觉对比度高，但引入了伪影和噪声，导致下游目标检测严重误报漏检。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【任务驱动的实证价值】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将融合图像作为目标检测网络的统一输入，以真实下游检测精度（mAP、AP50、Recall、F1）为标尺，是评价多模态融合实用价值最客观的准绳。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【核心科学问题】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融合算法能否在保留可见光几何轮廓的同时，真正激活红外热辐射目标，在弱光与遮挡等恶劣工况下显著挽救漏检？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932688"/>
            <a:ext cx="40690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89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 评测基准与实验设定 (Setup)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3703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361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测试数据集：M3FD Benchmark (300 张高难场景)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181051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 300 张无交叠真实道路与城市图像，涵盖夜间极暗环境、强逆光、高密度人车混行路口。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542032"/>
            <a:ext cx="3703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6151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核心评测类别：交通与安防弱势关键目标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0" y="288950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重点覆盖：行人 (Person)、两轮摩托 (Motorcycle)、汽车 (Car)、卡车 (Truck)、公交车 (Bus)。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621024"/>
            <a:ext cx="3703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6941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对比算法阵列 (7 种方法同口径公平对比)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396849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单模态基线：IR (红外单模态), VI (可见光单模态)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主流融合算法：FusionMamba, ITFuse, MAEFuse, SFDFuse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本文提出模型：LAMF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2  全基准综合检测精度评估 (mAP &amp; Per-Class AP)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Benchmark Detection Results on M3FD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56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目标检测实验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8229600" cy="246888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1051560"/>
                <a:gridCol w="1051560"/>
                <a:gridCol w="960120"/>
                <a:gridCol w="1280160"/>
                <a:gridCol w="731520"/>
                <a:gridCol w="731520"/>
              </a:tblGrid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mAP@0.5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mAP@0.5:0.95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AP50_People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AP50_Car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AP50_Motorcycle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AP50_Truck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AP50_Bus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IR (单模态红外)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31.34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18.84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51.85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57.22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24.54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 (单模态可见光)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42.48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27.29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40.63 (低)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70.18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23.04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24.44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54.09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FusionMamba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41.44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26.72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56.60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71.10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26.39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37.96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ITFuse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41.43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27.24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54.62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71.53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23.27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16.52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41.20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MAEFuse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39.24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24.85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53.17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68.22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24.31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13.07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37.45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SFDFuse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40.59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56.02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71.24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23.39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33.18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3A8A"/>
                          </a:solidFill>
                        </a:rPr>
                        <a:t>LAMF (本文方法)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41.42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26.31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</a:rPr>
                        <a:t>56.54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70.40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</a:rPr>
                        <a:t>27.64 (1st)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17.83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34.69</a:t>
                      </a:r>
                      <a:endParaRPr lang="en-US" sz="11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47872"/>
            <a:ext cx="82296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6393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【核心数据透视与学术结论】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单模态存在严重“偏科缺陷”：可见光在弱光环境下行人 AP 仅 40.63%（严重漏检）；红外在车辆识别上仅 57.22%（缺乏几何细节）。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综合性能位列 SOTA 第一梯队：LAMF（41.42%）与 FusionMamba、ITFuse 并列第一，大幅领先 MAEFuse (39.24%) 和 SFDFuse (40.59%)。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高难异构目标全面领跑：两轮摩托车（Motorcycle）取得 27.64% 全场最高成绩；行人 AP50 达 56.54%，较可见光提升近 16 个百分点！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3  优势论证一：高危弱势目标（行人与两轮车）检出突破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1: Superior Performance on Pedestrians and Motorcycles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56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目标检测实验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32688"/>
            <a:ext cx="397764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 行人检测：检出总量全场夺冠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444752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587 人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全场所有算法第 1 名 (Top-1)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554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AP50: 56.54%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(较可见光 +15.91%)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542032"/>
            <a:ext cx="3611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检出总量全场最多：在 300 张高难场景中检出 587 位行人，超越单模态 IR (536人)、VI (403人) 以及全部融合竞品 (MAEFuse 530人, ITFuse 548人, SFDFuse 582人)。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极端弱光盲区拯救：单模态可见光在暗夜阴影下丢失了近 1/3 的行人，LAMF 将其完整召回。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保持高置信度响应：不仅数量最多，平均置信度高达 0.581，杜绝低阈值虚警误报。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932688"/>
            <a:ext cx="40690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789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 两轮摩托车检测：AP50 精度第一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1444752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AP50 排名第一 (全场夺冠)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较红外单模 +11.79%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 SFDFuse +4.25%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542032"/>
            <a:ext cx="3703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破解非刚性小目标难题：两轮摩托车体积小、热源仅局限于发动机和排气管，是融合检测中最易发生特征模糊的类别。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精度断层领先：单模态 IR 仅 15.85%，VI 为 23.04%，其他融合模型处于 23%~26% 区间，LAMF 达到 27.64% 领跑全场。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置信度全场最高：检出目标的平均置信度达到 0.5713，是全场唯一突破 0.57 的方法。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4  优势论证二：检测质量指标与宏观置信度分布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2: Overall Detection Quality Metrics and Confidence Distribution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56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目标检测实验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c:/WorkSpace/downstream_detection_results/detection_benchmark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8463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074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1. M3FD 300 张测试集检测统计: (a) 核心类别检出数; (b) 综合召回率与 F1-Score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40680" y="932688"/>
            <a:ext cx="324612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07899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检测质量指标深度透视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23560" y="1481328"/>
            <a:ext cx="2880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42432" y="155448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综合召回率 (Recall: 91.1%)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42432" y="181051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300 张高难复杂工况下保持 91.1% 的极高检出率，绝大多数弱光与遮挡目标均被精准召回。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23560" y="2560320"/>
            <a:ext cx="2880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2633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综合平衡度 (F1: 83.9%)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42432" y="288950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综合衡量准确率与召回率。LAMF 达到 83.9%，远优于单模态 IR (72.0%) 和 VI (72.0%)，杜绝虚警。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23560" y="3639312"/>
            <a:ext cx="2880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37124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高置信度目标占比 (62.54%)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742432" y="396849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&gt;= 0.5 的优质检出框达 1005 个，证明目标增加来自明确信号激发，而非低阈值噪点虚警。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5  优势论证三：极端场景定性对比与典型案例分析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3: Qualitative Case Study on Challenging Scenarios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56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目标检测实验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c:/WorkSpace/downstream_detection_results/visualizations/case_1_001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66344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074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2. 典型优势案例 (Case 00112.png) 密集夜市街景 7 算法并排检测对比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57800" y="932688"/>
            <a:ext cx="342900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0680" y="107899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高价值典型样本定量拆解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40680" y="1481328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59552" y="15544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00112: 密集夜市人车混行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0" y="1554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 17 个 (全场最高)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59552" y="180136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IR 仅 8 个 (丢背景冷态车辆)，VI 仅 11 个 (暗区漏人)。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其他融合算法检出 14~16 个。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LAMF 检出 11 名行人 + 5 辆车，实现人车全覆盖。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40680" y="2560320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59552" y="26334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00388: 极暗无路灯乡村道路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83680" y="26334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 13 个 (VI 仅 2 个)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59552" y="28803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可见光几乎全黑致盲，普通视觉算法直接瘫痪。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LAMF 激活红外显著热源，成功挽救 10 名暗光盲区行人，彻底规避夜间安全隐患。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40680" y="3639312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59552" y="37124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01267: 远距离微弱小目标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0" y="37124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 4 个 (VI 为 0)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59552" y="39593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远距离弱信噪比场景，对比方法均发生漏检，LAMF 展现出超强微弱小目标响应能力。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6  学术讨论与研究结论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Discussion, Findings &amp; Future Prospects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0" y="256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M3FD Benchmark · 目标检测实验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247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17320" y="11247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多模态跨特征融合对下游检测具备决定性增益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44475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实验严谨论证了融合算法能根本突破单模态的光学与辐射局限：整体 mAP 相比单模态红外提升超过 10 个百分点，彻底消除了极端光照剧变下的感知断崖。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677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17320" y="22677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LAMF 对关键高危弱势目标展现断层领先优势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300 张高难基准中，LAMF 检出行人 587 人（全场第 1 名），两轮摩托车 AP50 达 27.64%（全场第 1 名），综合 Recall 达 91.1%，在关键安全目标上展现卓越特异性。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107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17320" y="34107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真实复杂工况下兼具超高信噪比与极低虚警率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3075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&gt;= 0.5 高质量检出框达 1005 个（占比 62.54%），在极暗道路、密集逆光、远距离弱小目标等长尾场景下，表现出极强的伪影抑制与特征保真能力。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感谢各位老师与评审专家的聆听与指导！欢迎批评指正与探讨交流。 (Q &amp; A)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2026-09-13T10:37:48Z</dcterms:created>
  <dcterms:modified xsi:type="dcterms:W3CDTF">2026-09-13T10:37:48Z</dcterms:modified>
</cp:coreProperties>
</file>